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a79b18604464f" /><Relationship Type="http://schemas.openxmlformats.org/officeDocument/2006/relationships/extended-properties" Target="/docProps/app.xml" Id="R7e4261470e554f20" /><Relationship Type="http://schemas.openxmlformats.org/officeDocument/2006/relationships/officeDocument" Target="/ppt/presentation.xml" Id="Rbf2702d7f75a46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8fbf2a39141c1"/>
  </p:sldMasterIdLst>
  <p:notesMasterIdLst>
    <p:notesMasterId xmlns:r="http://schemas.openxmlformats.org/officeDocument/2006/relationships" r:id="R058a670c4be64258"/>
  </p:notesMasterIdLst>
  <p:sldIdLst>
    <p:sldId xmlns:r="http://schemas.openxmlformats.org/officeDocument/2006/relationships" id="256" r:id="R5eae8fe1e80747e4"/>
    <p:sldId xmlns:r="http://schemas.openxmlformats.org/officeDocument/2006/relationships" id="257" r:id="R2268efae400a4d28"/>
    <p:sldId xmlns:r="http://schemas.openxmlformats.org/officeDocument/2006/relationships" id="258" r:id="R8c735f399f274579"/>
    <p:sldId xmlns:r="http://schemas.openxmlformats.org/officeDocument/2006/relationships" id="259" r:id="R2771ce64cc3a411e"/>
    <p:sldId xmlns:r="http://schemas.openxmlformats.org/officeDocument/2006/relationships" id="260" r:id="Rac270f13e83d454f"/>
    <p:sldId xmlns:r="http://schemas.openxmlformats.org/officeDocument/2006/relationships" id="261" r:id="R464a2363de3c41ae"/>
    <p:sldId xmlns:r="http://schemas.openxmlformats.org/officeDocument/2006/relationships" id="262" r:id="R5df20f372eb844f2"/>
  </p:sldIdLst>
  <p:sldSz cx="121793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C6BD176B-B367-48D6-A09C-E4AB94313932}">
  <a:tblStyle styleId="{C6BD176B-B367-48D6-A09C-E4AB943139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3f01d0944471a" /><Relationship Type="http://schemas.openxmlformats.org/officeDocument/2006/relationships/slideMaster" Target="/ppt/slideMasters/slideMaster1.xml" Id="R1f28fbf2a39141c1" /><Relationship Type="http://schemas.openxmlformats.org/officeDocument/2006/relationships/notesMaster" Target="/ppt/notesMasters/notesMaster1.xml" Id="R058a670c4be64258" /><Relationship Type="http://schemas.openxmlformats.org/officeDocument/2006/relationships/presProps" Target="/ppt/presProps.xml" Id="R4167e8b7f6a84719" /><Relationship Type="http://schemas.openxmlformats.org/officeDocument/2006/relationships/tableStyles" Target="/ppt/tableStyles.xml" Id="R2d0036d572394305" /><Relationship Type="http://schemas.openxmlformats.org/officeDocument/2006/relationships/slide" Target="/ppt/slides/slide1.xml" Id="R5eae8fe1e80747e4" /><Relationship Type="http://schemas.openxmlformats.org/officeDocument/2006/relationships/slide" Target="/ppt/slides/slide2.xml" Id="R2268efae400a4d28" /><Relationship Type="http://schemas.openxmlformats.org/officeDocument/2006/relationships/slide" Target="/ppt/slides/slide3.xml" Id="R8c735f399f274579" /><Relationship Type="http://schemas.openxmlformats.org/officeDocument/2006/relationships/slide" Target="/ppt/slides/slide4.xml" Id="R2771ce64cc3a411e" /><Relationship Type="http://schemas.openxmlformats.org/officeDocument/2006/relationships/slide" Target="/ppt/slides/slide5.xml" Id="Rac270f13e83d454f" /><Relationship Type="http://schemas.openxmlformats.org/officeDocument/2006/relationships/slide" Target="/ppt/slides/slide6.xml" Id="R464a2363de3c41ae" /><Relationship Type="http://schemas.openxmlformats.org/officeDocument/2006/relationships/slide" Target="/ppt/slides/slide7.xml" Id="R5df20f372eb8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29acc9d2f8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334362d6564e1a" /><Relationship Type="http://schemas.openxmlformats.org/officeDocument/2006/relationships/notesMaster" Target="/ppt/notesMasters/notesMaster1.xml" Id="R10ca16b0b72041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9d7bc9b0c44f8" /><Relationship Type="http://schemas.openxmlformats.org/officeDocument/2006/relationships/notesMaster" Target="/ppt/notesMasters/notesMaster1.xml" Id="R0ec078aaf76248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04f6ddd6144cb9" /><Relationship Type="http://schemas.openxmlformats.org/officeDocument/2006/relationships/notesMaster" Target="/ppt/notesMasters/notesMaster1.xml" Id="R906842175344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dff2422ffb46a1" /><Relationship Type="http://schemas.openxmlformats.org/officeDocument/2006/relationships/notesMaster" Target="/ppt/notesMasters/notesMaster1.xml" Id="Rc58fd03921654d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827158bea34f95" /><Relationship Type="http://schemas.openxmlformats.org/officeDocument/2006/relationships/notesMaster" Target="/ppt/notesMasters/notesMaster1.xml" Id="R0b8c0dc564ca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705841c11848c0" /><Relationship Type="http://schemas.openxmlformats.org/officeDocument/2006/relationships/notesMaster" Target="/ppt/notesMasters/notesMaster1.xml" Id="Rb40fdebaa9ae47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87a39f66b64a16" /><Relationship Type="http://schemas.openxmlformats.org/officeDocument/2006/relationships/notesMaster" Target="/ppt/notesMasters/notesMaster1.xml" Id="R6396e7303d9c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653d084f64595" /><Relationship Type="http://schemas.openxmlformats.org/officeDocument/2006/relationships/image" Target="/ppt/media/image2.png" Id="Ree1fbeaf55d74114" /><Relationship Type="http://schemas.openxmlformats.org/officeDocument/2006/relationships/image" Target="/ppt/media/image3.png" Id="R17617f38963d49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c6c4d6819411a" /><Relationship Type="http://schemas.openxmlformats.org/officeDocument/2006/relationships/image" Target="/ppt/media/image4.png" Id="R665fcf3e024341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21f2cd5c848f3" /><Relationship Type="http://schemas.openxmlformats.org/officeDocument/2006/relationships/image" Target="/ppt/media/image5.png" Id="Rb806e7e69ea94af0" /><Relationship Type="http://schemas.openxmlformats.org/officeDocument/2006/relationships/image" Target="/ppt/media/image6.png" Id="Re52775461fcc47f6" /><Relationship Type="http://schemas.openxmlformats.org/officeDocument/2006/relationships/image" Target="/ppt/media/image7.png" Id="R93749e02217246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e8a258cb74ef6" /><Relationship Type="http://schemas.openxmlformats.org/officeDocument/2006/relationships/image" Target="/ppt/media/image.png" Id="R8a79c29318284172" /><Relationship Type="http://schemas.openxmlformats.org/officeDocument/2006/relationships/image" Target="/ppt/media/image8.png" Id="R0637cd10a5c64630" /><Relationship Type="http://schemas.openxmlformats.org/officeDocument/2006/relationships/image" Target="/ppt/media/image4.png" Id="Rf95e24c05c1048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79f7a077c42ac" /><Relationship Type="http://schemas.openxmlformats.org/officeDocument/2006/relationships/image" Target="/ppt/media/image9.png" Id="R18888789cc5e4672" /><Relationship Type="http://schemas.openxmlformats.org/officeDocument/2006/relationships/image" Target="/ppt/media/image10.png" Id="Re6b3bef0f2764122" /><Relationship Type="http://schemas.openxmlformats.org/officeDocument/2006/relationships/image" Target="/ppt/media/image11.png" Id="R293cb27c743b49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50ce0be9f47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53cfad1ba49e4" /><Relationship Type="http://schemas.openxmlformats.org/officeDocument/2006/relationships/image" Target="/ppt/media/image11.png" Id="R606444431ca44b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136f7cd484a54" /><Relationship Type="http://schemas.openxmlformats.org/officeDocument/2006/relationships/image" Target="/ppt/media/image11.png" Id="R2cb1597534b948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841a061d44a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88aa6a4594d98" /><Relationship Type="http://schemas.openxmlformats.org/officeDocument/2006/relationships/image" Target="/ppt/media/image11.png" Id="R4f2c83367fd949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8630462dc4383" /><Relationship Type="http://schemas.openxmlformats.org/officeDocument/2006/relationships/image" Target="/ppt/media/image11.png" Id="Rfa8d93c50190468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0b8d0cf2142fb" /><Relationship Type="http://schemas.openxmlformats.org/officeDocument/2006/relationships/image" Target="/ppt/media/image12.png" Id="R74242528bec54681" /><Relationship Type="http://schemas.openxmlformats.org/officeDocument/2006/relationships/image" Target="/ppt/media/image11.png" Id="R6e91bf2383254d1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3e8f871cf4776" /><Relationship Type="http://schemas.openxmlformats.org/officeDocument/2006/relationships/image" Target="/ppt/media/image13.png" Id="Rccfa2b492b4a45bb" /><Relationship Type="http://schemas.openxmlformats.org/officeDocument/2006/relationships/image" Target="/ppt/media/image11.png" Id="R5ccd013add3844d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1342e1e834742" /><Relationship Type="http://schemas.openxmlformats.org/officeDocument/2006/relationships/image" Target="/ppt/media/image14.png" Id="Rc31973a96cf4487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b7702b0644a59" /><Relationship Type="http://schemas.openxmlformats.org/officeDocument/2006/relationships/image" Target="/ppt/media/image11.png" Id="Rf32dc587c0004cc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6bf2ae37646c1" /><Relationship Type="http://schemas.openxmlformats.org/officeDocument/2006/relationships/image" Target="/ppt/media/image11.png" Id="R6df9fdbef20c43e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8110aa0794fa2" /><Relationship Type="http://schemas.openxmlformats.org/officeDocument/2006/relationships/image" Target="/ppt/media/image11.png" Id="Rff04b2c46536452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8b289860a461b" /><Relationship Type="http://schemas.openxmlformats.org/officeDocument/2006/relationships/image" Target="/ppt/media/image11.png" Id="Rf8d352009091462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063b72b3f4a4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4f0b0be6d47d2" /><Relationship Type="http://schemas.openxmlformats.org/officeDocument/2006/relationships/image" Target="/ppt/media/image11.png" Id="R7af2daa201764f2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ffee6b56f4a29" /><Relationship Type="http://schemas.openxmlformats.org/officeDocument/2006/relationships/image" Target="/ppt/media/image11.png" Id="Rdbd1056f69bd479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1c04181814137" /><Relationship Type="http://schemas.openxmlformats.org/officeDocument/2006/relationships/image" Target="/ppt/media/image15.png" Id="R942af4e21c154678" /><Relationship Type="http://schemas.openxmlformats.org/officeDocument/2006/relationships/image" Target="/ppt/media/image11.png" Id="Rf052054370354327" /></Relationships>
</file>

<file path=ppt/slideLayouts/slideLayout1.xml><?xml version="1.0" encoding="utf-8"?>
<p:sldLayout xmlns:p="http://schemas.openxmlformats.org/presentationml/2006/main" showMasterSp="0" matchingName="Section Header">
  <p:cSld name="Section Header">
    <p:bg>
      <p:bgPr>
        <a:solidFill xmlns:a="http://schemas.openxmlformats.org/drawingml/2006/main">
          <a:srgbClr val="0BA2B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1fbeaf55d741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9770" y="5461000"/>
            <a:ext cx="15240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Google Shape;12;p9">
            <a:extLst xmlns:a="http://schemas.openxmlformats.org/drawingml/2006/main">
              <a:ext uri="{FF2B5EF4-FFF2-40B4-BE49-F238E27FC236}">
                <a16:creationId xmlns:a16="http://schemas.microsoft.com/office/drawing/2014/main" id="{5FAB9B7E-B369-49C0-9710-AAB54B36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3" name="Google Shape;13;p9">
            <a:extLst xmlns:a="http://schemas.openxmlformats.org/drawingml/2006/main">
              <a:ext uri="{FF2B5EF4-FFF2-40B4-BE49-F238E27FC236}">
                <a16:creationId xmlns:a16="http://schemas.microsoft.com/office/drawing/2014/main" id="{39D5929C-954B-4E71-BC88-84D663975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5886454"/>
            <a:ext cx="8280000" cy="451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" name="Google Shape;14;p9">
            <a:extLst xmlns:a="http://schemas.openxmlformats.org/drawingml/2006/main">
              <a:ext uri="{FF2B5EF4-FFF2-40B4-BE49-F238E27FC236}">
                <a16:creationId xmlns:a16="http://schemas.microsoft.com/office/drawing/2014/main" id="{ADA50F9F-9C41-4D97-BE9A-0CEFACC7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" name="Google Shape;15;p9">
            <a:extLst xmlns:a="http://schemas.openxmlformats.org/drawingml/2006/main">
              <a:ext uri="{FF2B5EF4-FFF2-40B4-BE49-F238E27FC236}">
                <a16:creationId xmlns:a16="http://schemas.microsoft.com/office/drawing/2014/main" id="{A5A71F9E-134F-4215-9AD6-5C453C0E2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800" y="4843803"/>
            <a:ext cx="8280000" cy="103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16" name="Google Shape;16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617f38963d49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16196" y="435122"/>
            <a:ext cx="1116970" cy="36366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Slide with logo">
  <p:cSld name="Slide with 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0">
            <a:extLst xmlns:a="http://schemas.openxmlformats.org/drawingml/2006/main">
              <a:ext uri="{FF2B5EF4-FFF2-40B4-BE49-F238E27FC236}">
                <a16:creationId xmlns:a16="http://schemas.microsoft.com/office/drawing/2014/main" id="{BEA8E702-76BA-4C18-989C-BF85DD697D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9" name="Google Shape;19;p10">
            <a:extLst xmlns:a="http://schemas.openxmlformats.org/drawingml/2006/main">
              <a:ext uri="{FF2B5EF4-FFF2-40B4-BE49-F238E27FC236}">
                <a16:creationId xmlns:a16="http://schemas.microsoft.com/office/drawing/2014/main" id="{2DD0C445-5F15-4C22-B790-9F866A5A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948" y="1240221"/>
            <a:ext cx="1481958" cy="6726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0" name="Google Shape;2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5fcf3e024341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29023" y="362581"/>
            <a:ext cx="1150883" cy="4305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Title and 2 Contents">
  <p:cSld name="Title and 2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2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06e7e69ea94a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89650" y="0"/>
            <a:ext cx="6089650" cy="20875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23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2775461fcc47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2692400"/>
            <a:ext cx="4178300" cy="4165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" name="Google Shape;24;p11">
            <a:extLst xmlns:a="http://schemas.openxmlformats.org/drawingml/2006/main">
              <a:ext uri="{FF2B5EF4-FFF2-40B4-BE49-F238E27FC236}">
                <a16:creationId xmlns:a16="http://schemas.microsoft.com/office/drawing/2014/main" id="{5194CFA2-980A-45BB-B1F4-29D47FC22C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11">
            <a:extLst xmlns:a="http://schemas.openxmlformats.org/drawingml/2006/main">
              <a:ext uri="{FF2B5EF4-FFF2-40B4-BE49-F238E27FC236}">
                <a16:creationId xmlns:a16="http://schemas.microsoft.com/office/drawing/2014/main" id="{97E9078F-3409-4F6F-925F-857E7E14B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6" name="Google Shape;26;p11">
            <a:extLst xmlns:a="http://schemas.openxmlformats.org/drawingml/2006/main">
              <a:ext uri="{FF2B5EF4-FFF2-40B4-BE49-F238E27FC236}">
                <a16:creationId xmlns:a16="http://schemas.microsoft.com/office/drawing/2014/main" id="{78F316B1-6CCB-4821-9B3E-8969828CD7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7" name="Google Shape;27;p11">
            <a:extLst xmlns:a="http://schemas.openxmlformats.org/drawingml/2006/main">
              <a:ext uri="{FF2B5EF4-FFF2-40B4-BE49-F238E27FC236}">
                <a16:creationId xmlns:a16="http://schemas.microsoft.com/office/drawing/2014/main" id="{B0AF4F24-FF4C-4678-B0AB-8EF1B71E80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8" name="Google Shape;28;p11">
            <a:extLst xmlns:a="http://schemas.openxmlformats.org/drawingml/2006/main">
              <a:ext uri="{FF2B5EF4-FFF2-40B4-BE49-F238E27FC236}">
                <a16:creationId xmlns:a16="http://schemas.microsoft.com/office/drawing/2014/main" id="{BA7FDB2F-205F-4764-82DC-BB25D54B8DA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8965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9" name="Google Shape;29;p11">
            <a:extLst xmlns:a="http://schemas.openxmlformats.org/drawingml/2006/main">
              <a:ext uri="{FF2B5EF4-FFF2-40B4-BE49-F238E27FC236}">
                <a16:creationId xmlns:a16="http://schemas.microsoft.com/office/drawing/2014/main" id="{A761F917-5D35-45B4-9FD4-A19B70277A8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8965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0" name="Google Shape;30;p11">
            <a:extLst xmlns:a="http://schemas.openxmlformats.org/drawingml/2006/main">
              <a:ext uri="{FF2B5EF4-FFF2-40B4-BE49-F238E27FC236}">
                <a16:creationId xmlns:a16="http://schemas.microsoft.com/office/drawing/2014/main" id="{A6E343E1-69D2-4C15-A8FD-74DF66FF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" name="Google Shape;3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749e02217246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7661" y="404660"/>
            <a:ext cx="1063903" cy="346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showMasterSp="0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2">
            <a:extLst xmlns:a="http://schemas.openxmlformats.org/drawingml/2006/main">
              <a:ext uri="{FF2B5EF4-FFF2-40B4-BE49-F238E27FC236}">
                <a16:creationId xmlns:a16="http://schemas.microsoft.com/office/drawing/2014/main" id="{D92B3D3F-8C4D-41F6-8C8E-67A42043C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5128" y="4640687"/>
            <a:ext cx="9000000" cy="457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34" name="Google Shape;34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79c293182841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6"/>
            <a:ext cx="833598" cy="416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Google Shape;35;p12">
            <a:extLst xmlns:a="http://schemas.openxmlformats.org/drawingml/2006/main">
              <a:ext uri="{FF2B5EF4-FFF2-40B4-BE49-F238E27FC236}">
                <a16:creationId xmlns:a16="http://schemas.microsoft.com/office/drawing/2014/main" id="{E10229CA-25F7-476B-8704-391DD08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" name="Google Shape;36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37cd10a5c6463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8" y="393566"/>
            <a:ext cx="6557643" cy="35560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Google Shape;37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5e24c05c1048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29023" y="362581"/>
            <a:ext cx="1150883" cy="4305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showMasterSp="0" matchingName="Title Slide">
  <p:cSld name="Title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3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888789cc5e46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97670" y="5461000"/>
            <a:ext cx="18161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4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b3bef0f27641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529" y="190499"/>
            <a:ext cx="18161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" name="Google Shape;41;p13">
            <a:extLst xmlns:a="http://schemas.openxmlformats.org/drawingml/2006/main">
              <a:ext uri="{FF2B5EF4-FFF2-40B4-BE49-F238E27FC236}">
                <a16:creationId xmlns:a16="http://schemas.microsoft.com/office/drawing/2014/main" id="{42E6DAF6-D480-4598-935E-70D821E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5A6DF9F2-6E76-49DD-91C2-6D35ACBA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3225F7CC-2EB4-4CF8-BB6F-68AC7908E8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5850000"/>
            <a:ext cx="3818481" cy="630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rgbClr val="A32200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4" name="Google Shape;44;p13">
            <a:extLst xmlns:a="http://schemas.openxmlformats.org/drawingml/2006/main">
              <a:ext uri="{FF2B5EF4-FFF2-40B4-BE49-F238E27FC236}">
                <a16:creationId xmlns:a16="http://schemas.microsoft.com/office/drawing/2014/main" id="{B89F9260-7BA1-4AFD-92A3-18C04A28A1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0800" y="4574120"/>
            <a:ext cx="8822225" cy="914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5" name="Google Shape;45;p13">
            <a:extLst xmlns:a="http://schemas.openxmlformats.org/drawingml/2006/main">
              <a:ext uri="{FF2B5EF4-FFF2-40B4-BE49-F238E27FC236}">
                <a16:creationId xmlns:a16="http://schemas.microsoft.com/office/drawing/2014/main" id="{C4187BBF-E069-4C4E-A3D9-0E303C515C5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4227" y="2845823"/>
            <a:ext cx="8820000" cy="1513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None/>
              <a:defRPr sz="60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46" name="Google Shape;4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3cb27c743b49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21449" y="507429"/>
            <a:ext cx="1496116" cy="7480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4">
            <a:extLst xmlns:a="http://schemas.openxmlformats.org/drawingml/2006/main">
              <a:ext uri="{FF2B5EF4-FFF2-40B4-BE49-F238E27FC236}">
                <a16:creationId xmlns:a16="http://schemas.microsoft.com/office/drawing/2014/main" id="{ADAC48B0-3896-4D7B-B2F5-E7AA43D48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14">
            <a:extLst xmlns:a="http://schemas.openxmlformats.org/drawingml/2006/main">
              <a:ext uri="{FF2B5EF4-FFF2-40B4-BE49-F238E27FC236}">
                <a16:creationId xmlns:a16="http://schemas.microsoft.com/office/drawing/2014/main" id="{10E44AA9-706F-4EAF-AF7F-8A1A4DB597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0" name="Google Shape;50;p14">
            <a:extLst xmlns:a="http://schemas.openxmlformats.org/drawingml/2006/main">
              <a:ext uri="{FF2B5EF4-FFF2-40B4-BE49-F238E27FC236}">
                <a16:creationId xmlns:a16="http://schemas.microsoft.com/office/drawing/2014/main" id="{5822F90B-EC50-4C20-8F64-6B20B2224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1" name="Google Shape;51;p14">
            <a:extLst xmlns:a="http://schemas.openxmlformats.org/drawingml/2006/main">
              <a:ext uri="{FF2B5EF4-FFF2-40B4-BE49-F238E27FC236}">
                <a16:creationId xmlns:a16="http://schemas.microsoft.com/office/drawing/2014/main" id="{783F4005-37B4-4B29-8712-5949512678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showMasterSp="0" matchingName="Title and Content Dark">
  <p:cSld name="Title and Content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5">
            <a:extLst xmlns:a="http://schemas.openxmlformats.org/drawingml/2006/main">
              <a:ext uri="{FF2B5EF4-FFF2-40B4-BE49-F238E27FC236}">
                <a16:creationId xmlns:a16="http://schemas.microsoft.com/office/drawing/2014/main" id="{4651B92A-4E32-4E99-B1A4-25E2C4486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p15">
            <a:extLst xmlns:a="http://schemas.openxmlformats.org/drawingml/2006/main">
              <a:ext uri="{FF2B5EF4-FFF2-40B4-BE49-F238E27FC236}">
                <a16:creationId xmlns:a16="http://schemas.microsoft.com/office/drawing/2014/main" id="{9A7AE630-140A-46E8-9115-BDFD37BEE6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5" name="Google Shape;55;p15">
            <a:extLst xmlns:a="http://schemas.openxmlformats.org/drawingml/2006/main">
              <a:ext uri="{FF2B5EF4-FFF2-40B4-BE49-F238E27FC236}">
                <a16:creationId xmlns:a16="http://schemas.microsoft.com/office/drawing/2014/main" id="{6A3B19DC-90EA-40A2-AA9A-A4730E8B3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6" name="Google Shape;56;p15">
            <a:extLst xmlns:a="http://schemas.openxmlformats.org/drawingml/2006/main">
              <a:ext uri="{FF2B5EF4-FFF2-40B4-BE49-F238E27FC236}">
                <a16:creationId xmlns:a16="http://schemas.microsoft.com/office/drawing/2014/main" id="{7A15301D-B36A-49FF-B26D-6939E83E39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52C49C7C-7D05-48A1-99FE-F52B6E82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8" name="Google Shape;5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6444431ca44b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showMasterSp="0" matchingName="1_Title and Content Teal">
  <p:cSld name="1_Title and Content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6">
            <a:extLst xmlns:a="http://schemas.openxmlformats.org/drawingml/2006/main">
              <a:ext uri="{FF2B5EF4-FFF2-40B4-BE49-F238E27FC236}">
                <a16:creationId xmlns:a16="http://schemas.microsoft.com/office/drawing/2014/main" id="{CB8C0C8D-D923-4FBE-AC38-FD5FB1D0F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16">
            <a:extLst xmlns:a="http://schemas.openxmlformats.org/drawingml/2006/main">
              <a:ext uri="{FF2B5EF4-FFF2-40B4-BE49-F238E27FC236}">
                <a16:creationId xmlns:a16="http://schemas.microsoft.com/office/drawing/2014/main" id="{28329257-1A46-4E63-9A5B-9885AF78D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3FB9E44F-91C2-4C83-BE48-28A5E8A104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7C6292BF-358B-4018-B54B-6CA5A8E2DC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66E06969-DEF7-4626-994E-8AA4933A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65" name="Google Shape;6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b1597534b948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Headline only">
  <p:cSld name="Headlin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92DDBC8A-3E79-4D92-993C-5E58D162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7766A5E0-ABE1-42B1-8245-62BEE994C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matchingName="Headline only Dark">
  <p:cSld name="Headline only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8">
            <a:extLst xmlns:a="http://schemas.openxmlformats.org/drawingml/2006/main">
              <a:ext uri="{FF2B5EF4-FFF2-40B4-BE49-F238E27FC236}">
                <a16:creationId xmlns:a16="http://schemas.microsoft.com/office/drawing/2014/main" id="{5689566D-D95C-4AA2-8408-390AF4837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8">
            <a:extLst xmlns:a="http://schemas.openxmlformats.org/drawingml/2006/main">
              <a:ext uri="{FF2B5EF4-FFF2-40B4-BE49-F238E27FC236}">
                <a16:creationId xmlns:a16="http://schemas.microsoft.com/office/drawing/2014/main" id="{D317C6A2-5C5A-49F3-839A-C7D1E24D45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2" name="Google Shape;72;p18">
            <a:extLst xmlns:a="http://schemas.openxmlformats.org/drawingml/2006/main">
              <a:ext uri="{FF2B5EF4-FFF2-40B4-BE49-F238E27FC236}">
                <a16:creationId xmlns:a16="http://schemas.microsoft.com/office/drawing/2014/main" id="{2896EC4E-4F02-4B0E-9AC5-7F63E86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3" name="Google Shape;7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2c83367fd949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showMasterSp="0" matchingName="1_Headline only Teal">
  <p:cSld name="1_Headline only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9">
            <a:extLst xmlns:a="http://schemas.openxmlformats.org/drawingml/2006/main">
              <a:ext uri="{FF2B5EF4-FFF2-40B4-BE49-F238E27FC236}">
                <a16:creationId xmlns:a16="http://schemas.microsoft.com/office/drawing/2014/main" id="{25237D7C-6A29-43DD-B8D5-1CE8CD734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9">
            <a:extLst xmlns:a="http://schemas.openxmlformats.org/drawingml/2006/main">
              <a:ext uri="{FF2B5EF4-FFF2-40B4-BE49-F238E27FC236}">
                <a16:creationId xmlns:a16="http://schemas.microsoft.com/office/drawing/2014/main" id="{98A624E8-BE46-4CF4-BA82-E8EC4EDEFA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7" name="Google Shape;77;p19">
            <a:extLst xmlns:a="http://schemas.openxmlformats.org/drawingml/2006/main">
              <a:ext uri="{FF2B5EF4-FFF2-40B4-BE49-F238E27FC236}">
                <a16:creationId xmlns:a16="http://schemas.microsoft.com/office/drawing/2014/main" id="{2FE2A7C5-AA52-44FF-9F72-A367DD4A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8" name="Google Shape;7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8d93c5019046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showMasterSp="0" matchingName="Comparison">
  <p:cSld name="Compariso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8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242528bec546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7567885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20">
            <a:extLst xmlns:a="http://schemas.openxmlformats.org/drawingml/2006/main">
              <a:ext uri="{FF2B5EF4-FFF2-40B4-BE49-F238E27FC236}">
                <a16:creationId xmlns:a16="http://schemas.microsoft.com/office/drawing/2014/main" id="{2A70F008-865D-4E8D-91C8-E4F94F691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2" name="Google Shape;82;p20">
            <a:extLst xmlns:a="http://schemas.openxmlformats.org/drawingml/2006/main">
              <a:ext uri="{FF2B5EF4-FFF2-40B4-BE49-F238E27FC236}">
                <a16:creationId xmlns:a16="http://schemas.microsoft.com/office/drawing/2014/main" id="{9DDEA954-EE32-4D5E-ADC4-06AA4E6DA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1674394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0">
            <a:extLst xmlns:a="http://schemas.openxmlformats.org/drawingml/2006/main">
              <a:ext uri="{FF2B5EF4-FFF2-40B4-BE49-F238E27FC236}">
                <a16:creationId xmlns:a16="http://schemas.microsoft.com/office/drawing/2014/main" id="{6460AE4F-6C88-4F48-BFF3-F03FE52EA3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80000" y="1674393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4" name="Google Shape;84;p20">
            <a:extLst xmlns:a="http://schemas.openxmlformats.org/drawingml/2006/main">
              <a:ext uri="{FF2B5EF4-FFF2-40B4-BE49-F238E27FC236}">
                <a16:creationId xmlns:a16="http://schemas.microsoft.com/office/drawing/2014/main" id="{8A61AF27-99E8-43ED-AE23-E3051BE4DC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80000" y="2834245"/>
            <a:ext cx="50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5" name="Google Shape;85;p20">
            <a:extLst xmlns:a="http://schemas.openxmlformats.org/drawingml/2006/main">
              <a:ext uri="{FF2B5EF4-FFF2-40B4-BE49-F238E27FC236}">
                <a16:creationId xmlns:a16="http://schemas.microsoft.com/office/drawing/2014/main" id="{FB9909CE-BBC8-4505-9AEA-DE025B9AA53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0000" y="2834245"/>
            <a:ext cx="50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6" name="Google Shape;86;p20">
            <a:extLst xmlns:a="http://schemas.openxmlformats.org/drawingml/2006/main">
              <a:ext uri="{FF2B5EF4-FFF2-40B4-BE49-F238E27FC236}">
                <a16:creationId xmlns:a16="http://schemas.microsoft.com/office/drawing/2014/main" id="{8E83D144-0964-4526-8420-E8661A33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87" name="Google Shape;8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91bf2383254d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showMasterSp="0" matchingName="Quote Slide">
  <p:cSld name="Quote Slide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21">
            <a:extLst xmlns:a="http://schemas.openxmlformats.org/drawingml/2006/main">
              <a:ext uri="{FF2B5EF4-FFF2-40B4-BE49-F238E27FC236}">
                <a16:creationId xmlns:a16="http://schemas.microsoft.com/office/drawing/2014/main" id="{031ED93D-19AA-4C79-AA38-6CEBD8AA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90" name="Google Shape;90;p21">
            <a:extLst xmlns:a="http://schemas.openxmlformats.org/drawingml/2006/main">
              <a:ext uri="{FF2B5EF4-FFF2-40B4-BE49-F238E27FC236}">
                <a16:creationId xmlns:a16="http://schemas.microsoft.com/office/drawing/2014/main" id="{CC06DA2B-2ED8-437A-BA3A-66E4F5F8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34" y="2179914"/>
            <a:ext cx="239177" cy="32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91" name="Google Shape;91;p21">
            <a:extLst xmlns:a="http://schemas.openxmlformats.org/drawingml/2006/main">
              <a:ext uri="{FF2B5EF4-FFF2-40B4-BE49-F238E27FC236}">
                <a16:creationId xmlns:a16="http://schemas.microsoft.com/office/drawing/2014/main" id="{AC88DAB6-1649-4936-8376-60449A9D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21">
            <a:extLst xmlns:a="http://schemas.openxmlformats.org/drawingml/2006/main">
              <a:ext uri="{FF2B5EF4-FFF2-40B4-BE49-F238E27FC236}">
                <a16:creationId xmlns:a16="http://schemas.microsoft.com/office/drawing/2014/main" id="{D64D60B1-67B9-47DE-BE14-68BC951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9366432" y="5569929"/>
            <a:ext cx="505472" cy="5054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21">
            <a:extLst xmlns:a="http://schemas.openxmlformats.org/drawingml/2006/main">
              <a:ext uri="{FF2B5EF4-FFF2-40B4-BE49-F238E27FC236}">
                <a16:creationId xmlns:a16="http://schemas.microsoft.com/office/drawing/2014/main" id="{5E10C1E9-3397-4BE7-B11A-85E7F0CFE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1200" y="2187168"/>
            <a:ext cx="8405525" cy="1977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4" name="Google Shape;94;p21">
            <a:extLst xmlns:a="http://schemas.openxmlformats.org/drawingml/2006/main">
              <a:ext uri="{FF2B5EF4-FFF2-40B4-BE49-F238E27FC236}">
                <a16:creationId xmlns:a16="http://schemas.microsoft.com/office/drawing/2014/main" id="{E7222619-0031-403D-B7A5-1E9CB36FE9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91200" y="4421963"/>
            <a:ext cx="7025229" cy="83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95" name="Google Shape;9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fa2b492b4a45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74886" y="5067046"/>
            <a:ext cx="2006600" cy="100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6" name="Google Shape;9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cd013add3844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Content with photo">
  <p:cSld name="Content with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22">
            <a:extLst xmlns:a="http://schemas.openxmlformats.org/drawingml/2006/main">
              <a:ext uri="{FF2B5EF4-FFF2-40B4-BE49-F238E27FC236}">
                <a16:creationId xmlns:a16="http://schemas.microsoft.com/office/drawing/2014/main" id="{1082318C-3B03-431C-B906-95E991116DC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937500" y="1447601"/>
            <a:ext cx="4241800" cy="541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9" name="Google Shape;99;p22">
            <a:extLst xmlns:a="http://schemas.openxmlformats.org/drawingml/2006/main">
              <a:ext uri="{FF2B5EF4-FFF2-40B4-BE49-F238E27FC236}">
                <a16:creationId xmlns:a16="http://schemas.microsoft.com/office/drawing/2014/main" id="{B29C4E0F-565E-4350-B284-81F51F14D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0" name="Google Shape;100;p22">
            <a:extLst xmlns:a="http://schemas.openxmlformats.org/drawingml/2006/main">
              <a:ext uri="{FF2B5EF4-FFF2-40B4-BE49-F238E27FC236}">
                <a16:creationId xmlns:a16="http://schemas.microsoft.com/office/drawing/2014/main" id="{30818E7F-081F-4BED-92D8-7E659967F3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01" name="Google Shape;101;p22">
            <a:extLst xmlns:a="http://schemas.openxmlformats.org/drawingml/2006/main">
              <a:ext uri="{FF2B5EF4-FFF2-40B4-BE49-F238E27FC236}">
                <a16:creationId xmlns:a16="http://schemas.microsoft.com/office/drawing/2014/main" id="{C2FD62B2-5908-4EC4-B6F8-2D7DA48D3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2" name="Google Shape;102;p22">
            <a:extLst xmlns:a="http://schemas.openxmlformats.org/drawingml/2006/main">
              <a:ext uri="{FF2B5EF4-FFF2-40B4-BE49-F238E27FC236}">
                <a16:creationId xmlns:a16="http://schemas.microsoft.com/office/drawing/2014/main" id="{C5FA024B-6802-4AFA-B156-38546E0A65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0000" y="1799999"/>
            <a:ext cx="72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03" name="Google Shape;10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1973a96cf448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37500" y="3935445"/>
            <a:ext cx="965200" cy="965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Google Shape;104;p22">
            <a:extLst xmlns:a="http://schemas.openxmlformats.org/drawingml/2006/main">
              <a:ext uri="{FF2B5EF4-FFF2-40B4-BE49-F238E27FC236}">
                <a16:creationId xmlns:a16="http://schemas.microsoft.com/office/drawing/2014/main" id="{E3AE0B8B-91FA-4B2C-B772-ECF23CE6E1F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793987" y="4888595"/>
            <a:ext cx="6980036" cy="1969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2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500" tIns="317500" rIns="317500" bIns="317500" anchor="t">
            <a:noAutofit/>
          </a:bodyPr>
          <a:lstStyle xmlns:a="http://schemas.openxmlformats.org/drawingml/2006/main">
            <a:lvl1pPr marL="457200" indent="-22860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  <a:defRPr sz="1900" b="1" i="0" u="non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5" name="Google Shape;105;p22">
            <a:extLst xmlns:a="http://schemas.openxmlformats.org/drawingml/2006/main">
              <a:ext uri="{FF2B5EF4-FFF2-40B4-BE49-F238E27FC236}">
                <a16:creationId xmlns:a16="http://schemas.microsoft.com/office/drawing/2014/main" id="{4F93D098-C7D2-4198-B18F-84E03B72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matchingName="TOC Slide 4">
  <p:cSld name="TOC Slide 4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3">
            <a:extLst xmlns:a="http://schemas.openxmlformats.org/drawingml/2006/main">
              <a:ext uri="{FF2B5EF4-FFF2-40B4-BE49-F238E27FC236}">
                <a16:creationId xmlns:a16="http://schemas.microsoft.com/office/drawing/2014/main" id="{AEE1E527-9689-42FC-AE5F-F6E3BB272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3">
            <a:extLst xmlns:a="http://schemas.openxmlformats.org/drawingml/2006/main">
              <a:ext uri="{FF2B5EF4-FFF2-40B4-BE49-F238E27FC236}">
                <a16:creationId xmlns:a16="http://schemas.microsoft.com/office/drawing/2014/main" id="{FD06301D-0571-4E7B-B136-C70001D3FA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09" name="Google Shape;109;p23">
            <a:extLst xmlns:a="http://schemas.openxmlformats.org/drawingml/2006/main">
              <a:ext uri="{FF2B5EF4-FFF2-40B4-BE49-F238E27FC236}">
                <a16:creationId xmlns:a16="http://schemas.microsoft.com/office/drawing/2014/main" id="{31C7DF90-E624-4D35-A013-10112AD77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0" name="Google Shape;110;p23">
            <a:extLst xmlns:a="http://schemas.openxmlformats.org/drawingml/2006/main">
              <a:ext uri="{FF2B5EF4-FFF2-40B4-BE49-F238E27FC236}">
                <a16:creationId xmlns:a16="http://schemas.microsoft.com/office/drawing/2014/main" id="{E9A1837E-085E-48D6-8457-9E5D1801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23">
            <a:extLst xmlns:a="http://schemas.openxmlformats.org/drawingml/2006/main">
              <a:ext uri="{FF2B5EF4-FFF2-40B4-BE49-F238E27FC236}">
                <a16:creationId xmlns:a16="http://schemas.microsoft.com/office/drawing/2014/main" id="{78EDFF76-3B73-4C4E-9459-5C767B8480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2999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2" name="Google Shape;112;p23">
            <a:extLst xmlns:a="http://schemas.openxmlformats.org/drawingml/2006/main">
              <a:ext uri="{FF2B5EF4-FFF2-40B4-BE49-F238E27FC236}">
                <a16:creationId xmlns:a16="http://schemas.microsoft.com/office/drawing/2014/main" id="{173CA893-85B0-4E98-878A-7AF1FA6C8C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998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3" name="Google Shape;113;p23">
            <a:extLst xmlns:a="http://schemas.openxmlformats.org/drawingml/2006/main">
              <a:ext uri="{FF2B5EF4-FFF2-40B4-BE49-F238E27FC236}">
                <a16:creationId xmlns:a16="http://schemas.microsoft.com/office/drawing/2014/main" id="{55991D15-8FA5-4812-BDF2-A715082E7B9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6997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14" name="Google Shape;11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2dc587c0004c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showMasterSp="0" matchingName="TOC Slide 8">
  <p:cSld name="TOC Slide 8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24">
            <a:extLst xmlns:a="http://schemas.openxmlformats.org/drawingml/2006/main">
              <a:ext uri="{FF2B5EF4-FFF2-40B4-BE49-F238E27FC236}">
                <a16:creationId xmlns:a16="http://schemas.microsoft.com/office/drawing/2014/main" id="{DEFBBBFB-9396-4FA7-A46D-B8A20701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4">
            <a:extLst xmlns:a="http://schemas.openxmlformats.org/drawingml/2006/main">
              <a:ext uri="{FF2B5EF4-FFF2-40B4-BE49-F238E27FC236}">
                <a16:creationId xmlns:a16="http://schemas.microsoft.com/office/drawing/2014/main" id="{2A87BF6B-C5E7-49CA-9A20-225F052949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18" name="Google Shape;118;p24">
            <a:extLst xmlns:a="http://schemas.openxmlformats.org/drawingml/2006/main">
              <a:ext uri="{FF2B5EF4-FFF2-40B4-BE49-F238E27FC236}">
                <a16:creationId xmlns:a16="http://schemas.microsoft.com/office/drawing/2014/main" id="{35146029-A779-4975-AB21-BFC1366AD9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9" name="Google Shape;119;p24">
            <a:extLst xmlns:a="http://schemas.openxmlformats.org/drawingml/2006/main">
              <a:ext uri="{FF2B5EF4-FFF2-40B4-BE49-F238E27FC236}">
                <a16:creationId xmlns:a16="http://schemas.microsoft.com/office/drawing/2014/main" id="{E21BF583-A492-4466-81D3-4B705575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CAAC914E-4726-4D72-B705-759AD8BA47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2999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003F8E45-60DF-4F65-88D9-CC1C1C8DD94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998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D9BAFF4C-CCC0-4D03-B90F-ED706B21368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6997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A201A767-E668-4287-9122-37528DB20D3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6000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8FAFC98C-8ACE-442E-8C30-80683D40E06F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22999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5" name="Google Shape;125;p24">
            <a:extLst xmlns:a="http://schemas.openxmlformats.org/drawingml/2006/main">
              <a:ext uri="{FF2B5EF4-FFF2-40B4-BE49-F238E27FC236}">
                <a16:creationId xmlns:a16="http://schemas.microsoft.com/office/drawing/2014/main" id="{29C82C4F-BC8D-4398-83AD-BD77797024F3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09998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6" name="Google Shape;126;p24">
            <a:extLst xmlns:a="http://schemas.openxmlformats.org/drawingml/2006/main">
              <a:ext uri="{FF2B5EF4-FFF2-40B4-BE49-F238E27FC236}">
                <a16:creationId xmlns:a16="http://schemas.microsoft.com/office/drawing/2014/main" id="{04156CA5-DC94-493E-9CF2-81A2DDFE276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96997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27" name="Google Shape;127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f9fdbef20c43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showMasterSp="0" matchingName="Agenda slide Table Dark">
  <p:cSld name="Agenda slide Table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25">
            <a:extLst xmlns:a="http://schemas.openxmlformats.org/drawingml/2006/main">
              <a:ext uri="{FF2B5EF4-FFF2-40B4-BE49-F238E27FC236}">
                <a16:creationId xmlns:a16="http://schemas.microsoft.com/office/drawing/2014/main" id="{820852B1-FCF7-499C-B5E3-F9D9EBDD3A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0" name="Google Shape;130;p25">
            <a:extLst xmlns:a="http://schemas.openxmlformats.org/drawingml/2006/main">
              <a:ext uri="{FF2B5EF4-FFF2-40B4-BE49-F238E27FC236}">
                <a16:creationId xmlns:a16="http://schemas.microsoft.com/office/drawing/2014/main" id="{4CD436B0-5876-4064-8E6A-6A2C399618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1" name="Google Shape;131;p25">
            <a:extLst xmlns:a="http://schemas.openxmlformats.org/drawingml/2006/main">
              <a:ext uri="{FF2B5EF4-FFF2-40B4-BE49-F238E27FC236}">
                <a16:creationId xmlns:a16="http://schemas.microsoft.com/office/drawing/2014/main" id="{67636276-B4B2-4E06-BC16-F3BBA32D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2" name="Google Shape;132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04b2c4653645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showMasterSp="0" matchingName="Agenda slide Table">
  <p:cSld name="Agenda slide Table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26">
            <a:extLst xmlns:a="http://schemas.openxmlformats.org/drawingml/2006/main">
              <a:ext uri="{FF2B5EF4-FFF2-40B4-BE49-F238E27FC236}">
                <a16:creationId xmlns:a16="http://schemas.microsoft.com/office/drawing/2014/main" id="{5E4C79B0-FBA5-45D1-8F65-D701619EB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5" name="Google Shape;135;p26">
            <a:extLst xmlns:a="http://schemas.openxmlformats.org/drawingml/2006/main">
              <a:ext uri="{FF2B5EF4-FFF2-40B4-BE49-F238E27FC236}">
                <a16:creationId xmlns:a16="http://schemas.microsoft.com/office/drawing/2014/main" id="{8A3D9E85-392F-4262-BBD1-9104403EAE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6" name="Google Shape;136;p26">
            <a:extLst xmlns:a="http://schemas.openxmlformats.org/drawingml/2006/main">
              <a:ext uri="{FF2B5EF4-FFF2-40B4-BE49-F238E27FC236}">
                <a16:creationId xmlns:a16="http://schemas.microsoft.com/office/drawing/2014/main" id="{AA3B6A8C-6D27-45D4-8CC7-68FD86EA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7" name="Google Shape;13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d35200909146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Statement">
  <p:cSld name="Stat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27">
            <a:extLst xmlns:a="http://schemas.openxmlformats.org/drawingml/2006/main">
              <a:ext uri="{FF2B5EF4-FFF2-40B4-BE49-F238E27FC236}">
                <a16:creationId xmlns:a16="http://schemas.microsoft.com/office/drawing/2014/main" id="{D72C4DCF-CB17-401C-AFEB-4DDD46E5C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0" name="Google Shape;140;p27">
            <a:extLst xmlns:a="http://schemas.openxmlformats.org/drawingml/2006/main">
              <a:ext uri="{FF2B5EF4-FFF2-40B4-BE49-F238E27FC236}">
                <a16:creationId xmlns:a16="http://schemas.microsoft.com/office/drawing/2014/main" id="{DB5448B5-38FC-4B72-831B-4DA2B4F5E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1" name="Google Shape;141;p27">
            <a:extLst xmlns:a="http://schemas.openxmlformats.org/drawingml/2006/main">
              <a:ext uri="{FF2B5EF4-FFF2-40B4-BE49-F238E27FC236}">
                <a16:creationId xmlns:a16="http://schemas.microsoft.com/office/drawing/2014/main" id="{6FAEAE28-8608-4907-8093-45EB2834E2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2" name="Google Shape;142;p27">
            <a:extLst xmlns:a="http://schemas.openxmlformats.org/drawingml/2006/main">
              <a:ext uri="{FF2B5EF4-FFF2-40B4-BE49-F238E27FC236}">
                <a16:creationId xmlns:a16="http://schemas.microsoft.com/office/drawing/2014/main" id="{FEE9A4DC-8534-42CA-9AFE-861D158D98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08328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3" name="Google Shape;143;p27">
            <a:extLst xmlns:a="http://schemas.openxmlformats.org/drawingml/2006/main">
              <a:ext uri="{FF2B5EF4-FFF2-40B4-BE49-F238E27FC236}">
                <a16:creationId xmlns:a16="http://schemas.microsoft.com/office/drawing/2014/main" id="{CBB150D2-B15C-4259-AD02-F3FFDD66754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256655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showMasterSp="0" matchingName="Slide with logo Dark">
  <p:cSld name="Slide with logo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8">
            <a:extLst xmlns:a="http://schemas.openxmlformats.org/drawingml/2006/main">
              <a:ext uri="{FF2B5EF4-FFF2-40B4-BE49-F238E27FC236}">
                <a16:creationId xmlns:a16="http://schemas.microsoft.com/office/drawing/2014/main" id="{2DA14963-882E-4EF8-B212-8680FE59D7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6" name="Google Shape;146;p28">
            <a:extLst xmlns:a="http://schemas.openxmlformats.org/drawingml/2006/main">
              <a:ext uri="{FF2B5EF4-FFF2-40B4-BE49-F238E27FC236}">
                <a16:creationId xmlns:a16="http://schemas.microsoft.com/office/drawing/2014/main" id="{27166FDA-9B83-4395-BA58-CDD6B748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47" name="Google Shape;147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f2daa201764f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showMasterSp="0" matchingName="1_Slide with logo Teal">
  <p:cSld name="1_Slide with logo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9">
            <a:extLst xmlns:a="http://schemas.openxmlformats.org/drawingml/2006/main">
              <a:ext uri="{FF2B5EF4-FFF2-40B4-BE49-F238E27FC236}">
                <a16:creationId xmlns:a16="http://schemas.microsoft.com/office/drawing/2014/main" id="{8E3DFE8F-4A34-44C1-88C3-A50AB892FA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50" name="Google Shape;150;p29">
            <a:extLst xmlns:a="http://schemas.openxmlformats.org/drawingml/2006/main">
              <a:ext uri="{FF2B5EF4-FFF2-40B4-BE49-F238E27FC236}">
                <a16:creationId xmlns:a16="http://schemas.microsoft.com/office/drawing/2014/main" id="{D6E46237-0712-46A2-99DB-CBBC1277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51" name="Google Shape;151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d1056f69bd47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showMasterSp="0" matchingName="Thank You Slide">
  <p:cSld name="Thank You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30">
            <a:extLst xmlns:a="http://schemas.openxmlformats.org/drawingml/2006/main">
              <a:ext uri="{FF2B5EF4-FFF2-40B4-BE49-F238E27FC236}">
                <a16:creationId xmlns:a16="http://schemas.microsoft.com/office/drawing/2014/main" id="{C0C982B5-FED0-4FA5-B9B6-0D54BA3F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54" name="Google Shape;154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2af4e21c1546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8" y="393566"/>
            <a:ext cx="6557644" cy="35560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30">
            <a:extLst xmlns:a="http://schemas.openxmlformats.org/drawingml/2006/main">
              <a:ext uri="{FF2B5EF4-FFF2-40B4-BE49-F238E27FC236}">
                <a16:creationId xmlns:a16="http://schemas.microsoft.com/office/drawing/2014/main" id="{A74EE436-0B83-441B-B7BC-C35FEF1521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538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6" name="Google Shape;156;p30">
            <a:extLst xmlns:a="http://schemas.openxmlformats.org/drawingml/2006/main">
              <a:ext uri="{FF2B5EF4-FFF2-40B4-BE49-F238E27FC236}">
                <a16:creationId xmlns:a16="http://schemas.microsoft.com/office/drawing/2014/main" id="{4B9885B0-5F62-4A32-B483-E5F5227407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3690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7" name="Google Shape;157;p30">
            <a:extLst xmlns:a="http://schemas.openxmlformats.org/drawingml/2006/main">
              <a:ext uri="{FF2B5EF4-FFF2-40B4-BE49-F238E27FC236}">
                <a16:creationId xmlns:a16="http://schemas.microsoft.com/office/drawing/2014/main" id="{EFE97956-5382-49BE-9E67-E1E0EF438E4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329842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8" name="Google Shape;158;p30">
            <a:extLst xmlns:a="http://schemas.openxmlformats.org/drawingml/2006/main">
              <a:ext uri="{FF2B5EF4-FFF2-40B4-BE49-F238E27FC236}">
                <a16:creationId xmlns:a16="http://schemas.microsoft.com/office/drawing/2014/main" id="{5F856A6E-3B27-40A0-89A7-3351D30B6DA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9185994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9" name="Google Shape;159;p30">
            <a:extLst xmlns:a="http://schemas.openxmlformats.org/drawingml/2006/main">
              <a:ext uri="{FF2B5EF4-FFF2-40B4-BE49-F238E27FC236}">
                <a16:creationId xmlns:a16="http://schemas.microsoft.com/office/drawing/2014/main" id="{EA4C8948-2C7E-49D6-830E-33C7D69F1FD7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17538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0" name="Google Shape;160;p30">
            <a:extLst xmlns:a="http://schemas.openxmlformats.org/drawingml/2006/main">
              <a:ext uri="{FF2B5EF4-FFF2-40B4-BE49-F238E27FC236}">
                <a16:creationId xmlns:a16="http://schemas.microsoft.com/office/drawing/2014/main" id="{E1E36A54-A12F-430C-B0C1-42587872C75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473690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1" name="Google Shape;161;p30">
            <a:extLst xmlns:a="http://schemas.openxmlformats.org/drawingml/2006/main">
              <a:ext uri="{FF2B5EF4-FFF2-40B4-BE49-F238E27FC236}">
                <a16:creationId xmlns:a16="http://schemas.microsoft.com/office/drawing/2014/main" id="{7877A8AC-8183-45C1-8118-CCED51F0A18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329842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2" name="Google Shape;162;p30">
            <a:extLst xmlns:a="http://schemas.openxmlformats.org/drawingml/2006/main">
              <a:ext uri="{FF2B5EF4-FFF2-40B4-BE49-F238E27FC236}">
                <a16:creationId xmlns:a16="http://schemas.microsoft.com/office/drawing/2014/main" id="{3819CE30-15F7-4251-8FB3-B2595E02E3A9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9185994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63" name="Google Shape;16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520543703543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840a8cd130842ab" /><Relationship Type="http://schemas.openxmlformats.org/officeDocument/2006/relationships/theme" Target="/ppt/slideMasters/theme/theme2.xml" Id="R8bbd24efbaa240fd" /><Relationship Type="http://schemas.openxmlformats.org/officeDocument/2006/relationships/slideLayout" Target="/ppt/slideLayouts/slideLayout1.xml" Id="R5337a535e7c44e3d" /><Relationship Type="http://schemas.openxmlformats.org/officeDocument/2006/relationships/slideLayout" Target="/ppt/slideLayouts/slideLayout2.xml" Id="R855d452fb2624c79" /><Relationship Type="http://schemas.openxmlformats.org/officeDocument/2006/relationships/slideLayout" Target="/ppt/slideLayouts/slideLayout3.xml" Id="R250eb121c8754018" /><Relationship Type="http://schemas.openxmlformats.org/officeDocument/2006/relationships/slideLayout" Target="/ppt/slideLayouts/slideLayout4.xml" Id="Ra95bad1bcb1748d4" /><Relationship Type="http://schemas.openxmlformats.org/officeDocument/2006/relationships/slideLayout" Target="/ppt/slideLayouts/slideLayout5.xml" Id="R0b6d2b34b4124360" /><Relationship Type="http://schemas.openxmlformats.org/officeDocument/2006/relationships/slideLayout" Target="/ppt/slideLayouts/slideLayout6.xml" Id="R95645418c20e40f8" /><Relationship Type="http://schemas.openxmlformats.org/officeDocument/2006/relationships/slideLayout" Target="/ppt/slideLayouts/slideLayout7.xml" Id="Rfc053f9571f1433f" /><Relationship Type="http://schemas.openxmlformats.org/officeDocument/2006/relationships/slideLayout" Target="/ppt/slideLayouts/slideLayout8.xml" Id="Rc950439fe86d4657" /><Relationship Type="http://schemas.openxmlformats.org/officeDocument/2006/relationships/slideLayout" Target="/ppt/slideLayouts/slideLayout9.xml" Id="R4a70f06097964d73" /><Relationship Type="http://schemas.openxmlformats.org/officeDocument/2006/relationships/slideLayout" Target="/ppt/slideLayouts/slideLayout10.xml" Id="R13c7e1cc8eba4c1b" /><Relationship Type="http://schemas.openxmlformats.org/officeDocument/2006/relationships/slideLayout" Target="/ppt/slideLayouts/slideLayout11.xml" Id="R94355c274d5c4a45" /><Relationship Type="http://schemas.openxmlformats.org/officeDocument/2006/relationships/slideLayout" Target="/ppt/slideLayouts/slideLayout12.xml" Id="R15fd8f6822f94e96" /><Relationship Type="http://schemas.openxmlformats.org/officeDocument/2006/relationships/slideLayout" Target="/ppt/slideLayouts/slideLayout13.xml" Id="R811ec0d4fce54e03" /><Relationship Type="http://schemas.openxmlformats.org/officeDocument/2006/relationships/slideLayout" Target="/ppt/slideLayouts/slideLayout14.xml" Id="Ra230309287514b11" /><Relationship Type="http://schemas.openxmlformats.org/officeDocument/2006/relationships/slideLayout" Target="/ppt/slideLayouts/slideLayout15.xml" Id="R2ce9a7c25ef54c09" /><Relationship Type="http://schemas.openxmlformats.org/officeDocument/2006/relationships/slideLayout" Target="/ppt/slideLayouts/slideLayout16.xml" Id="R1135896b130141a4" /><Relationship Type="http://schemas.openxmlformats.org/officeDocument/2006/relationships/slideLayout" Target="/ppt/slideLayouts/slideLayout17.xml" Id="Rf9dd8f8c4ed74dab" /><Relationship Type="http://schemas.openxmlformats.org/officeDocument/2006/relationships/slideLayout" Target="/ppt/slideLayouts/slideLayout18.xml" Id="Rf8e458025fae4c47" /><Relationship Type="http://schemas.openxmlformats.org/officeDocument/2006/relationships/slideLayout" Target="/ppt/slideLayouts/slideLayout19.xml" Id="Ra494695465b64d23" /><Relationship Type="http://schemas.openxmlformats.org/officeDocument/2006/relationships/slideLayout" Target="/ppt/slideLayouts/slideLayout20.xml" Id="R6210098a2f3a4708" /><Relationship Type="http://schemas.openxmlformats.org/officeDocument/2006/relationships/slideLayout" Target="/ppt/slideLayouts/slideLayout21.xml" Id="Re0e18924393f4135" /><Relationship Type="http://schemas.openxmlformats.org/officeDocument/2006/relationships/slideLayout" Target="/ppt/slideLayouts/slideLayout22.xml" Id="Rafbcc7b85e8e442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8">
            <a:extLst xmlns:a="http://schemas.openxmlformats.org/drawingml/2006/main">
              <a:ext uri="{FF2B5EF4-FFF2-40B4-BE49-F238E27FC236}">
                <a16:creationId xmlns:a16="http://schemas.microsoft.com/office/drawing/2014/main" id="{F3F848F2-6C9E-4D39-A5A8-C6B641E2D3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" name="Google Shape;7;p8">
            <a:extLst xmlns:a="http://schemas.openxmlformats.org/drawingml/2006/main">
              <a:ext uri="{FF2B5EF4-FFF2-40B4-BE49-F238E27FC236}">
                <a16:creationId xmlns:a16="http://schemas.microsoft.com/office/drawing/2014/main" id="{BDE096CD-9904-4FA8-A715-B6EE73D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" name="Google Shape;8;p8">
            <a:extLst xmlns:a="http://schemas.openxmlformats.org/drawingml/2006/main">
              <a:ext uri="{FF2B5EF4-FFF2-40B4-BE49-F238E27FC236}">
                <a16:creationId xmlns:a16="http://schemas.microsoft.com/office/drawing/2014/main" id="{F459FFFE-3E1E-46D6-88A2-79EA6C961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9" name="Google Shape;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40a8cd130842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6"/>
            <a:ext cx="833598" cy="416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37a535e7c44e3d"/>
    <p:sldLayoutId xmlns:r="http://schemas.openxmlformats.org/officeDocument/2006/relationships" id="2147483650" r:id="R855d452fb2624c79"/>
    <p:sldLayoutId xmlns:r="http://schemas.openxmlformats.org/officeDocument/2006/relationships" id="2147483651" r:id="R250eb121c8754018"/>
    <p:sldLayoutId xmlns:r="http://schemas.openxmlformats.org/officeDocument/2006/relationships" id="2147483652" r:id="Ra95bad1bcb1748d4"/>
    <p:sldLayoutId xmlns:r="http://schemas.openxmlformats.org/officeDocument/2006/relationships" id="2147483653" r:id="R0b6d2b34b4124360"/>
    <p:sldLayoutId xmlns:r="http://schemas.openxmlformats.org/officeDocument/2006/relationships" id="2147483654" r:id="R95645418c20e40f8"/>
    <p:sldLayoutId xmlns:r="http://schemas.openxmlformats.org/officeDocument/2006/relationships" id="2147483655" r:id="Rfc053f9571f1433f"/>
    <p:sldLayoutId xmlns:r="http://schemas.openxmlformats.org/officeDocument/2006/relationships" id="2147483656" r:id="Rc950439fe86d4657"/>
    <p:sldLayoutId xmlns:r="http://schemas.openxmlformats.org/officeDocument/2006/relationships" id="2147483657" r:id="R4a70f06097964d73"/>
    <p:sldLayoutId xmlns:r="http://schemas.openxmlformats.org/officeDocument/2006/relationships" id="2147483658" r:id="R13c7e1cc8eba4c1b"/>
    <p:sldLayoutId xmlns:r="http://schemas.openxmlformats.org/officeDocument/2006/relationships" id="2147483659" r:id="R94355c274d5c4a45"/>
    <p:sldLayoutId xmlns:r="http://schemas.openxmlformats.org/officeDocument/2006/relationships" id="2147483660" r:id="R15fd8f6822f94e96"/>
    <p:sldLayoutId xmlns:r="http://schemas.openxmlformats.org/officeDocument/2006/relationships" id="2147483661" r:id="R811ec0d4fce54e03"/>
    <p:sldLayoutId xmlns:r="http://schemas.openxmlformats.org/officeDocument/2006/relationships" id="2147483662" r:id="Ra230309287514b11"/>
    <p:sldLayoutId xmlns:r="http://schemas.openxmlformats.org/officeDocument/2006/relationships" id="2147483663" r:id="R2ce9a7c25ef54c09"/>
    <p:sldLayoutId xmlns:r="http://schemas.openxmlformats.org/officeDocument/2006/relationships" id="2147483664" r:id="R1135896b130141a4"/>
    <p:sldLayoutId xmlns:r="http://schemas.openxmlformats.org/officeDocument/2006/relationships" id="2147483665" r:id="Rf9dd8f8c4ed74dab"/>
    <p:sldLayoutId xmlns:r="http://schemas.openxmlformats.org/officeDocument/2006/relationships" id="2147483666" r:id="Rf8e458025fae4c47"/>
    <p:sldLayoutId xmlns:r="http://schemas.openxmlformats.org/officeDocument/2006/relationships" id="2147483667" r:id="Ra494695465b64d23"/>
    <p:sldLayoutId xmlns:r="http://schemas.openxmlformats.org/officeDocument/2006/relationships" id="2147483668" r:id="R6210098a2f3a4708"/>
    <p:sldLayoutId xmlns:r="http://schemas.openxmlformats.org/officeDocument/2006/relationships" id="2147483669" r:id="Re0e18924393f4135"/>
    <p:sldLayoutId xmlns:r="http://schemas.openxmlformats.org/officeDocument/2006/relationships" id="2147483670" r:id="Rafbcc7b85e8e4426"/>
  </p:sldLayoutIdLst>
  <p:hf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6d995095b44f8" /><Relationship Type="http://schemas.openxmlformats.org/officeDocument/2006/relationships/notesSlide" Target="/ppt/notesSlides/notesSlide1.xml" Id="R5a89631e18e34b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b8f305f9c4b80" /><Relationship Type="http://schemas.openxmlformats.org/officeDocument/2006/relationships/image" Target="/ppt/media/image.jpeg" Id="Rf8892ea4e2714d81" /><Relationship Type="http://schemas.openxmlformats.org/officeDocument/2006/relationships/image" Target="/ppt/media/image2.jpeg" Id="R2ab95a9671334cad" /><Relationship Type="http://schemas.openxmlformats.org/officeDocument/2006/relationships/image" Target="/ppt/media/image16.png" Id="R79a71202cb7f45a2" /><Relationship Type="http://schemas.openxmlformats.org/officeDocument/2006/relationships/image" Target="/ppt/media/image3.jpeg" Id="R6a8b8a2cb76a470f" /><Relationship Type="http://schemas.openxmlformats.org/officeDocument/2006/relationships/image" Target="/ppt/media/image4.jpeg" Id="Rb6fc25f729234fdc" /><Relationship Type="http://schemas.openxmlformats.org/officeDocument/2006/relationships/notesSlide" Target="/ppt/notesSlides/notesSlide2.xml" Id="R1b69a695c17b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c4f26bc4c7421c" /><Relationship Type="http://schemas.openxmlformats.org/officeDocument/2006/relationships/notesSlide" Target="/ppt/notesSlides/notesSlide3.xml" Id="Rb7f2754266cb48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edd67554e74006" /><Relationship Type="http://schemas.openxmlformats.org/officeDocument/2006/relationships/notesSlide" Target="/ppt/notesSlides/notesSlide4.xml" Id="R85fb374a10aa43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7b6567768a4d15" /><Relationship Type="http://schemas.openxmlformats.org/officeDocument/2006/relationships/notesSlide" Target="/ppt/notesSlides/notesSlide5.xml" Id="R5ac664593a3145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168272c08e448a" /><Relationship Type="http://schemas.openxmlformats.org/officeDocument/2006/relationships/notesSlide" Target="/ppt/notesSlides/notesSlide6.xml" Id="R316a5d73bd774b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2446e9239b64403" /><Relationship Type="http://schemas.openxmlformats.org/officeDocument/2006/relationships/notesSlide" Target="/ppt/notesSlides/notesSlide7.xml" Id="R80f14349b6f349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1">
            <a:extLst xmlns:a="http://schemas.openxmlformats.org/drawingml/2006/main">
              <a:ext uri="{FF2B5EF4-FFF2-40B4-BE49-F238E27FC236}">
                <a16:creationId xmlns:a16="http://schemas.microsoft.com/office/drawing/2014/main" id="{9A80E5B6-77F4-4821-AFAA-0A901D003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4217803"/>
            <a:ext cx="8280000" cy="45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UiPath AgentHack - Track 3: UiPath Test Cloud</a:t>
            </a:r>
          </a:p>
        </p:txBody>
      </p:sp>
      <p:sp>
        <p:nvSpPr>
          <p:cNvPr id="169" name="Google Shape;169;p1">
            <a:extLst xmlns:a="http://schemas.openxmlformats.org/drawingml/2006/main">
              <a:ext uri="{FF2B5EF4-FFF2-40B4-BE49-F238E27FC236}">
                <a16:creationId xmlns:a16="http://schemas.microsoft.com/office/drawing/2014/main" id="{B37EA8C0-1547-44D2-B2C3-5AC8AB2B5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800" y="3080317"/>
            <a:ext cx="8280000" cy="103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Enterprise AI Orchestrator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for UiPath</a:t>
            </a:r>
          </a:p>
        </p:txBody>
      </p:sp>
    </p:spTree>
    <p:extLst>
      <p:ext uri="{BB962C8B-B14F-4D97-AF65-F5344CB8AC3E}">
        <p14:creationId xmlns:p14="http://schemas.microsoft.com/office/powerpoint/2010/main" val="7345055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5" name="Google Shape;174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892ea4e2714d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86255" y="1925979"/>
            <a:ext cx="2223500" cy="2228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5" name="Google Shape;175;p2">
            <a:extLst xmlns:a="http://schemas.openxmlformats.org/drawingml/2006/main">
              <a:ext uri="{FF2B5EF4-FFF2-40B4-BE49-F238E27FC236}">
                <a16:creationId xmlns:a16="http://schemas.microsoft.com/office/drawing/2014/main" id="{7A3423F5-A6F0-4138-807F-D350A050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94" y="4436925"/>
            <a:ext cx="2710314" cy="48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Zack Wang</a:t>
            </a:r>
          </a:p>
        </p:txBody>
      </p:sp>
      <p:sp>
        <p:nvSpPr>
          <p:cNvPr id="176" name="Google Shape;176;p2">
            <a:extLst xmlns:a="http://schemas.openxmlformats.org/drawingml/2006/main">
              <a:ext uri="{FF2B5EF4-FFF2-40B4-BE49-F238E27FC236}">
                <a16:creationId xmlns:a16="http://schemas.microsoft.com/office/drawing/2014/main" id="{3F556077-4ABD-478F-977B-BF48AE50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59" y="5063729"/>
            <a:ext cx="2710691" cy="11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Solo builder</a:t>
            </a:r>
          </a:p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Full-stack / enterprise automation</a:t>
            </a:r>
          </a:p>
        </p:txBody>
      </p:sp>
      <p:pic>
        <p:nvPicPr>
          <p:cNvPr id="198" name="Google Shape;17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892ea4e2714d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378334" y="1925979"/>
            <a:ext cx="2223500" cy="2228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8" name="Google Shape;178;p2">
            <a:extLst xmlns:a="http://schemas.openxmlformats.org/drawingml/2006/main">
              <a:ext uri="{FF2B5EF4-FFF2-40B4-BE49-F238E27FC236}">
                <a16:creationId xmlns:a16="http://schemas.microsoft.com/office/drawing/2014/main" id="{D8AE7C15-3A38-4CEF-B3C7-8D91A99C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503" y="4450509"/>
            <a:ext cx="2710314" cy="48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Public demo</a:t>
            </a:r>
          </a:p>
        </p:txBody>
      </p:sp>
      <p:sp>
        <p:nvSpPr>
          <p:cNvPr id="179" name="Google Shape;179;p2">
            <a:extLst xmlns:a="http://schemas.openxmlformats.org/drawingml/2006/main">
              <a:ext uri="{FF2B5EF4-FFF2-40B4-BE49-F238E27FC236}">
                <a16:creationId xmlns:a16="http://schemas.microsoft.com/office/drawing/2014/main" id="{C5597D27-B9FE-4531-8410-027BB177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672" y="5062793"/>
            <a:ext cx="2710691" cy="11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React + TypeScript workflow UI</a:t>
            </a:r>
          </a:p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UiPath AgentHack mode included</a:t>
            </a:r>
          </a:p>
        </p:txBody>
      </p:sp>
      <p:pic>
        <p:nvPicPr>
          <p:cNvPr id="201" name="Google Shape;180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892ea4e2714d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251716" y="1973262"/>
            <a:ext cx="2223500" cy="2228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1" name="Google Shape;181;p2">
            <a:extLst xmlns:a="http://schemas.openxmlformats.org/drawingml/2006/main">
              <a:ext uri="{FF2B5EF4-FFF2-40B4-BE49-F238E27FC236}">
                <a16:creationId xmlns:a16="http://schemas.microsoft.com/office/drawing/2014/main" id="{FD192221-7623-49EC-A2F4-196CD004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101" y="4450509"/>
            <a:ext cx="2710314" cy="48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UiPath proof</a:t>
            </a:r>
          </a:p>
        </p:txBody>
      </p:sp>
      <p:sp>
        <p:nvSpPr>
          <p:cNvPr id="182" name="Google Shape;182;p2">
            <a:extLst xmlns:a="http://schemas.openxmlformats.org/drawingml/2006/main">
              <a:ext uri="{FF2B5EF4-FFF2-40B4-BE49-F238E27FC236}">
                <a16:creationId xmlns:a16="http://schemas.microsoft.com/office/drawing/2014/main" id="{2C6A886A-E7A5-47C7-A609-B838EAC6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101" y="5060108"/>
            <a:ext cx="2710691" cy="11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Test Manager project</a:t>
            </a:r>
          </a:p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Release-risk validation Passed</a:t>
            </a:r>
          </a:p>
        </p:txBody>
      </p:sp>
      <p:pic>
        <p:nvPicPr>
          <p:cNvPr id="204" name="Google Shape;18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892ea4e2714d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25098" y="1973262"/>
            <a:ext cx="2223500" cy="2228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4" name="Google Shape;184;p2">
            <a:extLst xmlns:a="http://schemas.openxmlformats.org/drawingml/2006/main">
              <a:ext uri="{FF2B5EF4-FFF2-40B4-BE49-F238E27FC236}">
                <a16:creationId xmlns:a16="http://schemas.microsoft.com/office/drawing/2014/main" id="{D98216A1-FC52-4FFE-A6D0-4AE9CA9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415" y="4436925"/>
            <a:ext cx="2710314" cy="48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Judging packet</a:t>
            </a:r>
          </a:p>
        </p:txBody>
      </p:sp>
      <p:sp>
        <p:nvSpPr>
          <p:cNvPr id="185" name="Google Shape;185;p2">
            <a:extLst xmlns:a="http://schemas.openxmlformats.org/drawingml/2006/main">
              <a:ext uri="{FF2B5EF4-FFF2-40B4-BE49-F238E27FC236}">
                <a16:creationId xmlns:a16="http://schemas.microsoft.com/office/drawing/2014/main" id="{2754604A-5BFE-4760-8618-AE4E24CF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502" y="5060108"/>
            <a:ext cx="2710691" cy="11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README, setup steps, deck,</a:t>
            </a:r>
          </a:p>
          <a:p xmlns:a="http://schemas.openxmlformats.org/drawingml/2006/main">
            <a:pPr marL="0" indent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proof index, source release</a:t>
            </a:r>
          </a:p>
        </p:txBody>
      </p:sp>
      <p:sp>
        <p:nvSpPr>
          <p:cNvPr id="186" name="Google Shape;186;p2">
            <a:extLst xmlns:a="http://schemas.openxmlformats.org/drawingml/2006/main">
              <a:ext uri="{FF2B5EF4-FFF2-40B4-BE49-F238E27FC236}">
                <a16:creationId xmlns:a16="http://schemas.microsoft.com/office/drawing/2014/main" id="{46DF61E3-6400-4E91-B736-3F203228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Team and judging evidence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Enterprise AI Orchestrator for UiPath</a:t>
            </a:r>
          </a:p>
        </p:txBody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95a9671334cad"/>
          <a:srcRect xmlns:a="http://schemas.openxmlformats.org/drawingml/2006/main" l="9264" t="0" r="92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255" y="1925979"/>
            <a:ext cx="2223500" cy="2228624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71202cb7f45a2"/>
          <a:srcRect xmlns:a="http://schemas.openxmlformats.org/drawingml/2006/main" l="16743" t="0" r="16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8334" y="1925979"/>
            <a:ext cx="2223500" cy="2228624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b8a2cb76a470f"/>
          <a:srcRect xmlns:a="http://schemas.openxmlformats.org/drawingml/2006/main" l="0" t="6832" r="0" b="6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1716" y="1973262"/>
            <a:ext cx="2223500" cy="2228624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c25f729234fdc"/>
          <a:srcRect xmlns:a="http://schemas.openxmlformats.org/drawingml/2006/main" l="0" t="6832" r="0" b="6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5098" y="1973262"/>
            <a:ext cx="2223500" cy="22286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98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3">
            <a:extLst xmlns:a="http://schemas.openxmlformats.org/drawingml/2006/main">
              <a:ext uri="{FF2B5EF4-FFF2-40B4-BE49-F238E27FC236}">
                <a16:creationId xmlns:a16="http://schemas.microsoft.com/office/drawing/2014/main" id="{F3A06D95-2DA5-400F-B7ED-5B5ECF7F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172024"/>
                </a:solidFill>
              </a:rPr>
              <a:t>Problem statement and proposed solution</a:t>
            </a:r>
          </a:p>
        </p:txBody>
      </p:sp>
      <p:sp>
        <p:nvSpPr>
          <p:cNvPr id="192" name="Google Shape;192;p3">
            <a:extLst xmlns:a="http://schemas.openxmlformats.org/drawingml/2006/main">
              <a:ext uri="{FF2B5EF4-FFF2-40B4-BE49-F238E27FC236}">
                <a16:creationId xmlns:a16="http://schemas.microsoft.com/office/drawing/2014/main" id="{486B9575-5BF3-4FE9-A44A-8E90A6EF4D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02359C0-8A7A-196E-DD58-8E6569619F09}" type="slidenum">
              <a:t>3</a:t>
            </a:fld>
          </a:p>
        </p:txBody>
      </p:sp>
      <p:sp>
        <p:nvSpPr>
          <p:cNvPr id="193" name="Google Shape;193;p3">
            <a:extLst xmlns:a="http://schemas.openxmlformats.org/drawingml/2006/main">
              <a:ext uri="{FF2B5EF4-FFF2-40B4-BE49-F238E27FC236}">
                <a16:creationId xmlns:a16="http://schemas.microsoft.com/office/drawing/2014/main" id="{4A589F16-8A5D-48EC-BA75-118FE76AED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Problem</a:t>
            </a:r>
          </a:p>
        </p:txBody>
      </p:sp>
      <p:sp>
        <p:nvSpPr>
          <p:cNvPr id="194" name="Google Shape;194;p3">
            <a:extLst xmlns:a="http://schemas.openxmlformats.org/drawingml/2006/main">
              <a:ext uri="{FF2B5EF4-FFF2-40B4-BE49-F238E27FC236}">
                <a16:creationId xmlns:a16="http://schemas.microsoft.com/office/drawing/2014/main" id="{533C4BD2-ECFE-4D8B-A745-D50052E273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t>Enterprise release decisions depend on scattered PR context, CI status, test ownership, risk notes, and manual approvals.</a:t>
            </a:r>
          </a:p>
          <a:p xmlns:a="http://schemas.openxmlformats.org/drawingml/2006/main">
            <a:pPr marL="285750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</a:pPr>
            <a:r>
              <a:t>Regulated teams need visible evidence and a human checkpoint before promotion.</a:t>
            </a:r>
          </a:p>
        </p:txBody>
      </p:sp>
      <p:sp>
        <p:nvSpPr>
          <p:cNvPr id="195" name="Google Shape;195;p3">
            <a:extLst xmlns:a="http://schemas.openxmlformats.org/drawingml/2006/main">
              <a:ext uri="{FF2B5EF4-FFF2-40B4-BE49-F238E27FC236}">
                <a16:creationId xmlns:a16="http://schemas.microsoft.com/office/drawing/2014/main" id="{8A91C529-0AA5-4BAD-93B6-BF124FC6ED4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8965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Solution</a:t>
            </a:r>
          </a:p>
        </p:txBody>
      </p:sp>
      <p:sp>
        <p:nvSpPr>
          <p:cNvPr id="196" name="Google Shape;196;p3">
            <a:extLst xmlns:a="http://schemas.openxmlformats.org/drawingml/2006/main">
              <a:ext uri="{FF2B5EF4-FFF2-40B4-BE49-F238E27FC236}">
                <a16:creationId xmlns:a16="http://schemas.microsoft.com/office/drawing/2014/main" id="{4666ADAA-D134-4823-8809-230668C1C4D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8965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t>UiPath-governed workflow converts release context into risk score, targeted QA actions, Test Manager evidence, and human approval.</a:t>
            </a:r>
          </a:p>
          <a:p xmlns:a="http://schemas.openxmlformats.org/drawingml/2006/main">
            <a:pPr marL="285750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</a:pPr>
            <a:r>
              <a:t>Public MVP uses safe simulated release state plus real hackathon Test Manager proof.</a:t>
            </a:r>
          </a:p>
        </p:txBody>
      </p:sp>
    </p:spTree>
    <p:extLst>
      <p:ext uri="{BB962C8B-B14F-4D97-AF65-F5344CB8AC3E}">
        <p14:creationId xmlns:p14="http://schemas.microsoft.com/office/powerpoint/2010/main" val="1597837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Google Shape;201;p4">
            <a:extLst xmlns:a="http://schemas.openxmlformats.org/drawingml/2006/main">
              <a:ext uri="{FF2B5EF4-FFF2-40B4-BE49-F238E27FC236}">
                <a16:creationId xmlns:a16="http://schemas.microsoft.com/office/drawing/2014/main" id="{EC98110A-6850-436B-896B-7FCA205C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3" y="360000"/>
            <a:ext cx="9000000" cy="49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Benefits and technologies used</a:t>
            </a:r>
          </a:p>
        </p:txBody>
      </p:sp>
      <p:sp>
        <p:nvSpPr>
          <p:cNvPr id="202" name="Google Shape;202;p4">
            <a:extLst xmlns:a="http://schemas.openxmlformats.org/drawingml/2006/main">
              <a:ext uri="{FF2B5EF4-FFF2-40B4-BE49-F238E27FC236}">
                <a16:creationId xmlns:a16="http://schemas.microsoft.com/office/drawing/2014/main" id="{3342BCC7-E761-4E7F-84DC-CF7BAE31C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FD6AB9A-5F9E-5F59-51AB-3C8734130965}" type="slidenum">
              <a:t>4</a:t>
            </a:fld>
          </a:p>
        </p:txBody>
      </p:sp>
      <p:graphicFrame>
        <p:nvGraphicFramePr>
          <p:cNvPr id="211" name="Google Shape;203;p4"/>
          <p:cNvGraphicFramePr/>
          <p:nvPr/>
        </p:nvGraphicFramePr>
        <p:xfrm>
          <a:off xmlns:a="http://schemas.openxmlformats.org/drawingml/2006/main" x="359999" y="1506261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{C6BD176B-B367-48D6-A09C-E4AB94313932}</a:tableStyleId>
              </a:tblPr>
              <a:tblGrid>
                <a:gridCol w="2503325"/>
                <a:gridCol w="2503325"/>
              </a:tblGrid>
              <a:tr h="9975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End-user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Release / QA owners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 department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Enterprise engineering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Industries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Finance, insurance, regulated SaaS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UiPath products used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Test Cloud / Test Manager; Automation Cloud path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001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Other integrations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79166"/>
                        </a:lnSpc>
                        <a:buNone/>
                      </a:pPr>
                      <a:r>
                        <a:rPr sz="1800" b="0" i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React, TypeScript, Vite, GitHub Pages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4">
            <a:extLst xmlns:a="http://schemas.openxmlformats.org/drawingml/2006/main">
              <a:ext uri="{FF2B5EF4-FFF2-40B4-BE49-F238E27FC236}">
                <a16:creationId xmlns:a16="http://schemas.microsoft.com/office/drawing/2014/main" id="{3386003A-6CAD-457F-B75E-7B220D75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1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4">
            <a:extLst xmlns:a="http://schemas.openxmlformats.org/drawingml/2006/main">
              <a:ext uri="{FF2B5EF4-FFF2-40B4-BE49-F238E27FC236}">
                <a16:creationId xmlns:a16="http://schemas.microsoft.com/office/drawing/2014/main" id="{23A540DA-9737-4ED2-A88B-B05758A5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266" y="770263"/>
            <a:ext cx="5497831" cy="48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Benefits, impact and outcomes</a:t>
            </a:r>
          </a:p>
        </p:txBody>
      </p:sp>
      <p:sp>
        <p:nvSpPr>
          <p:cNvPr id="206" name="Google Shape;206;p4">
            <a:extLst xmlns:a="http://schemas.openxmlformats.org/drawingml/2006/main">
              <a:ext uri="{FF2B5EF4-FFF2-40B4-BE49-F238E27FC236}">
                <a16:creationId xmlns:a16="http://schemas.microsoft.com/office/drawing/2014/main" id="{6CE8A847-EDC2-497A-B811-DC040D9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751" y="1506260"/>
            <a:ext cx="5500550" cy="4426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Turns scattered release signals into one evidence packet.</a:t>
            </a:r>
          </a:p>
          <a:p xmlns:a="http://schemas.openxmlformats.org/drawingml/2006/main">
            <a:pPr marL="285750" indent="-28575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Produces targeted test recommendations before approval.</a:t>
            </a:r>
          </a:p>
          <a:p xmlns:a="http://schemas.openxmlformats.org/drawingml/2006/main">
            <a:pPr marL="285750" indent="-28575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Keeps high-risk release decisions human-owned.</a:t>
            </a:r>
          </a:p>
          <a:p xmlns:a="http://schemas.openxmlformats.org/drawingml/2006/main">
            <a:pPr marL="285750" indent="-28575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har char="•"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Public proof links include demo, repo, video, and Test Manager Passed evidence.</a:t>
            </a:r>
          </a:p>
        </p:txBody>
      </p:sp>
      <p:sp>
        <p:nvSpPr>
          <p:cNvPr id="207" name="Google Shape;207;p4">
            <a:extLst xmlns:a="http://schemas.openxmlformats.org/drawingml/2006/main">
              <a:ext uri="{FF2B5EF4-FFF2-40B4-BE49-F238E27FC236}">
                <a16:creationId xmlns:a16="http://schemas.microsoft.com/office/drawing/2014/main" id="{D4371026-4A2D-4376-9F36-B06A84B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10000"/>
            <a:ext cx="5497831" cy="48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12191398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5">
            <a:extLst xmlns:a="http://schemas.openxmlformats.org/drawingml/2006/main">
              <a:ext uri="{FF2B5EF4-FFF2-40B4-BE49-F238E27FC236}">
                <a16:creationId xmlns:a16="http://schemas.microsoft.com/office/drawing/2014/main" id="{CDB0BF14-B7DE-4C28-94EC-FEA6A2734B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E5B3003-2C54-13C6-9832-7637201064DE}" type="slidenum">
              <a:t>5</a:t>
            </a:fld>
          </a:p>
        </p:txBody>
      </p:sp>
      <p:sp>
        <p:nvSpPr>
          <p:cNvPr id="213" name="Google Shape;213;p5">
            <a:extLst xmlns:a="http://schemas.openxmlformats.org/drawingml/2006/main">
              <a:ext uri="{FF2B5EF4-FFF2-40B4-BE49-F238E27FC236}">
                <a16:creationId xmlns:a16="http://schemas.microsoft.com/office/drawing/2014/main" id="{CD7CB9EF-B1A2-4296-B685-83C8E48F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1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4" name="Google Shape;214;p5">
            <a:extLst xmlns:a="http://schemas.openxmlformats.org/drawingml/2006/main">
              <a:ext uri="{FF2B5EF4-FFF2-40B4-BE49-F238E27FC236}">
                <a16:creationId xmlns:a16="http://schemas.microsoft.com/office/drawing/2014/main" id="{DBFBBB82-E270-4202-BE09-2BF63DB7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Solution architecture</a:t>
            </a:r>
          </a:p>
        </p:txBody>
      </p:sp>
      <p:sp>
        <p:nvSpPr>
          <p:cNvPr id="215" name="Google Shape;215;p5">
            <a:extLst xmlns:a="http://schemas.openxmlformats.org/drawingml/2006/main">
              <a:ext uri="{FF2B5EF4-FFF2-40B4-BE49-F238E27FC236}">
                <a16:creationId xmlns:a16="http://schemas.microsoft.com/office/drawing/2014/main" id="{DD6EB6FA-9695-4ECA-9CE9-D2F0E11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1506260"/>
            <a:ext cx="11459302" cy="4426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1. React UI selects UiPath AgentHack mode and release context.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2. Coded-agent logic normalizes changed files, CI signals, and critical routes.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3. Release-risk scoring produces risk level, evidence, and targeted test recommendations.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4. UiPath Test Cloud / Test Manager is the validation surface for approved checks.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5. Human approval gate blocks automatic release promotion until evidence is reviewed.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6. Public proof hub links repo, demo, screenshots, video, and stable release package.</a:t>
            </a:r>
          </a:p>
        </p:txBody>
      </p:sp>
    </p:spTree>
    <p:extLst>
      <p:ext uri="{BB962C8B-B14F-4D97-AF65-F5344CB8AC3E}">
        <p14:creationId xmlns:p14="http://schemas.microsoft.com/office/powerpoint/2010/main" val="13940985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6">
            <a:extLst xmlns:a="http://schemas.openxmlformats.org/drawingml/2006/main">
              <a:ext uri="{FF2B5EF4-FFF2-40B4-BE49-F238E27FC236}">
                <a16:creationId xmlns:a16="http://schemas.microsoft.com/office/drawing/2014/main" id="{95FFC495-F19E-4193-94E6-3531E0D8A9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8C630A04-5A25-9E0C-9436-126091DB86B3}" type="slidenum">
              <a:t>6</a:t>
            </a:fld>
          </a:p>
        </p:txBody>
      </p:sp>
      <p:sp>
        <p:nvSpPr>
          <p:cNvPr id="221" name="Google Shape;221;p6">
            <a:extLst xmlns:a="http://schemas.openxmlformats.org/drawingml/2006/main">
              <a:ext uri="{FF2B5EF4-FFF2-40B4-BE49-F238E27FC236}">
                <a16:creationId xmlns:a16="http://schemas.microsoft.com/office/drawing/2014/main" id="{AEC39B48-A18D-4BF6-9A53-AFD1E8FE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1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2" name="Google Shape;222;p6">
            <a:extLst xmlns:a="http://schemas.openxmlformats.org/drawingml/2006/main">
              <a:ext uri="{FF2B5EF4-FFF2-40B4-BE49-F238E27FC236}">
                <a16:creationId xmlns:a16="http://schemas.microsoft.com/office/drawing/2014/main" id="{8C9B2713-E75C-4DB7-9CA7-2C89AFDA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518044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Setup instructions and judging links</a:t>
            </a:r>
          </a:p>
        </p:txBody>
      </p:sp>
      <p:sp>
        <p:nvSpPr>
          <p:cNvPr id="223" name="Google Shape;223;p6">
            <a:extLst xmlns:a="http://schemas.openxmlformats.org/drawingml/2006/main">
              <a:ext uri="{FF2B5EF4-FFF2-40B4-BE49-F238E27FC236}">
                <a16:creationId xmlns:a16="http://schemas.microsoft.com/office/drawing/2014/main" id="{8EA0C22B-9BCD-47E8-8987-0ECECBF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1506260"/>
            <a:ext cx="11459302" cy="4426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Run locally: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1. git clone https://github.com/zemeng2015/enterprise-ai-engineering-orchestrator.git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2. cd enterprise-ai-engineering-orchestrator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3. npm install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4. npm run dev -- --port 5178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5. Open http://127.0.0.1:5178/ and select UiPath AgentHack mode.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Public judging links: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Demo: zemeng2015.github.io/enterprise-ai-engineering-orchestrator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Video: youtu.be/8AKMY8VoN7c</a:t>
            </a:r>
          </a:p>
          <a:p xmlns:a="http://schemas.openxmlformats.org/drawingml/2006/main">
            <a:pPr marL="0" indent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Proof index: live demo /submission-proof-index.json</a:t>
            </a:r>
          </a:p>
        </p:txBody>
      </p:sp>
    </p:spTree>
    <p:extLst>
      <p:ext uri="{BB962C8B-B14F-4D97-AF65-F5344CB8AC3E}">
        <p14:creationId xmlns:p14="http://schemas.microsoft.com/office/powerpoint/2010/main" val="6871629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Google Shape;228;p7">
            <a:extLst xmlns:a="http://schemas.openxmlformats.org/drawingml/2006/main">
              <a:ext uri="{FF2B5EF4-FFF2-40B4-BE49-F238E27FC236}">
                <a16:creationId xmlns:a16="http://schemas.microsoft.com/office/drawing/2014/main" id="{140AC72A-B7C9-4158-B25F-C4767AAA0B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5128" y="4640687"/>
            <a:ext cx="9000000" cy="457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Governed agentic QA:</a:t>
            </a:r>
          </a:p>
          <a:p xmlns:a="http://schemas.openxmlformats.org/drawingml/2006/main">
            <a:pPr marL="0" indent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faster release review with explicit human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894490781"/>
      </p:ext>
    </p:extLst>
  </p:cSld>
</p:sld>
</file>

<file path=ppt/theme/theme1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2026-06-19T10:24:13.7300000Z</dcterms:created>
  <dcterms:modified xsi:type="dcterms:W3CDTF">2026-06-19T10:24:13.7300000Z</dcterms:modified>
</coreProperties>
</file>